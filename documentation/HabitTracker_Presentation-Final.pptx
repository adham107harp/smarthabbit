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84" r:id="rId3"/>
    <p:sldId id="285" r:id="rId4"/>
    <p:sldId id="288" r:id="rId5"/>
    <p:sldId id="289" r:id="rId6"/>
    <p:sldId id="286" r:id="rId7"/>
    <p:sldId id="290" r:id="rId8"/>
    <p:sldId id="281" r:id="rId9"/>
    <p:sldId id="282" r:id="rId10"/>
    <p:sldId id="266" r:id="rId11"/>
    <p:sldId id="267" r:id="rId12"/>
    <p:sldId id="276" r:id="rId13"/>
    <p:sldId id="278" r:id="rId14"/>
    <p:sldId id="277" r:id="rId15"/>
    <p:sldId id="279" r:id="rId16"/>
    <p:sldId id="28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1" d="100"/>
          <a:sy n="131" d="100"/>
        </p:scale>
        <p:origin x="12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46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FF783-3316-AE4C-2792-8EACD7884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03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4F66A8-DA08-FB2B-067A-F32C6AC1C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71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734CAA-DD96-881A-C950-31F55521E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3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D856BF-95D2-49BC-87DB-816F9F661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23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048E0E-6454-20F0-59BD-EBF31642D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89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3893AE-669E-DAA4-529A-2E7663864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64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3066E1-8928-017C-536A-2CBF63945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118DCE-A10E-C9AD-7682-172BC7E2AE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58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4AC4A1-AC24-B835-5D4D-053890280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35A3D8-C60A-3025-14EA-9D77E3CDC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26" y="961759"/>
            <a:ext cx="6121197" cy="396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504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556AAF7A-EDCB-57D4-6C87-C942C15D46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2" y="-106874"/>
            <a:ext cx="9143999" cy="51462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DA1225F7-371D-EABD-3129-CD667F5F83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0F44B5-0EE4-252A-9782-F447C91BA8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4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BD05ED-1082-CF6D-4332-998EAF20DF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670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BD05ED-1082-CF6D-4332-998EAF20DF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65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1CD4B1-4894-6888-3FED-80763CE84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89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BB5A30-FFD4-54B5-C9D7-8C66950A4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22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</Words>
  <Application>Microsoft Office PowerPoint</Application>
  <PresentationFormat>On-screen Show (16:9)</PresentationFormat>
  <Paragraphs>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Gamified Smart Habit Tracker</dc:title>
  <dc:subject>PptxGenJS Presentation</dc:subject>
  <dc:creator>PptxGenJS</dc:creator>
  <cp:lastModifiedBy>Ahmed abdelaty</cp:lastModifiedBy>
  <cp:revision>9</cp:revision>
  <dcterms:created xsi:type="dcterms:W3CDTF">2026-05-11T20:21:53Z</dcterms:created>
  <dcterms:modified xsi:type="dcterms:W3CDTF">2026-05-21T02:54:54Z</dcterms:modified>
</cp:coreProperties>
</file>